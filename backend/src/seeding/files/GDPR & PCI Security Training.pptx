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d1a1-a6f2-8af0-8000-0000b77dd6e3.png?kimi-sig=NsWepvqLjhmn2d5_9Efr6yzbCD_mpZmkxUJtrxGrO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d1ad-8182-8935-8000-00000d0e54d3.png?kimi-sig=JuhsftP0Q6NB2LOmRW2j9nzHsjGkz9Gr3RvznaY6Bj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d1ae-3012-8ab0-8000-00000671702b.png?kimi-sig=_ztyplnEolpxHftTmp0Sa5LAQf5EPJrkw5N2tperQb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d1a6-7c72-8d35-8000-00001a9b616f.png?kimi-sig=KN5mFlu_34pwitieWkY664QBuCN3DESRR2y8xhNRf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d1a6-4a12-8ff0-8000-00007a8ba6a9.png?kimi-sig=lNRNsBspdH986uomlI9IbgppWORMgGkXMXn38Sdtx_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d1a7-8202-89ff-8000-0000746a69ed.png?kimi-sig=l2npVTkBgWStPh4jNW9fohqLquoenkWUkvaOx8VUAl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d1b2-b2b2-8033-8000-00001f199f23.png?kimi-sig=pTNyACTOiOilACQ82YLN7a-VXoZX6roKry5argkw84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d1b3-3912-8ec2-8000-0000ead4e2b8.png?kimi-sig=3t6K9sPVahc5Sr7WRGKqwtNSQLh3kLfH1WgZC3cMyB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d1bb-57c2-87f3-8000-0000561f54f5.png?kimi-sig=uNrBkR6QwVzO23WYHbt5jVRa-6D3FDj-w3p3a5qDe8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d1b3-2452-873a-8000-0000560439a9.png?kimi-sig=bepg9KuCqcSI6b8orZfSZ9rBbWHTZLnsXpUy2nvhG5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GDPR &amp; PCI Security Training</dc:title>
  <dc:subject>GDPR &amp; PCI Security Training</dc:subject>
  <dc:creator>Kimi</dc:creator>
  <cp:lastModifiedBy>Kimi</cp:lastModifiedBy>
  <cp:revision>1</cp:revision>
  <dcterms:created xsi:type="dcterms:W3CDTF">2025-12-23T21:36:07Z</dcterms:created>
  <dcterms:modified xsi:type="dcterms:W3CDTF">2025-12-23T21:36:07Z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{"Label":"GDPR &amp; PCI Security Training","ContentProducer":"001191110108MACG2KBH8F10000","ProduceID":"19b4d199-5f62-80b4-8000-00001ce83569","ReservedCode1":"","ContentPropagator":"001191110108MACG2KBH8F20000","PropagateID":"19b4d199-5f62-80b4-8000-00001ce83569","ReservedCode2":""}</vt:lpwstr>
  </property>
</Properties>
</file>